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37" y="-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Living Accommodation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pack (June 2024 prices)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booklet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On-campus living across three campuses</a:t>
            </a:r>
          </a:p>
          <a:p>
            <a:r>
              <a:t>Catered vs self-catered options</a:t>
            </a:r>
          </a:p>
          <a:p>
            <a:r>
              <a:t>Benefits (bills included, security, quieter living, insurance)</a:t>
            </a:r>
          </a:p>
          <a:p>
            <a:r>
              <a:t>MealPass and Active Living package</a:t>
            </a:r>
          </a:p>
          <a:p>
            <a:r>
              <a:t>Hall options (on-campus + partner halls) and example 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On-campus living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Park: 10 halls + shared townhouses; en-suites available; catered &amp; self-catered</a:t>
            </a:r>
          </a:p>
          <a:p>
            <a:r>
              <a:t>Jubilee Campus: modern en-suites; community kitchens; Atrium food court</a:t>
            </a:r>
          </a:p>
          <a:p>
            <a:r>
              <a:t>Sutton Bonington: rural campus near Loughborough; Bonington Student Village + Eviton 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on-campus living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Close to lectures, libraries, SU retail, and sports centres</a:t>
            </a:r>
          </a:p>
          <a:p>
            <a:r>
              <a:t>Free buses between campuses (travel links)</a:t>
            </a:r>
          </a:p>
          <a:p>
            <a:r>
              <a:t>365-day trained security team</a:t>
            </a:r>
          </a:p>
          <a:p>
            <a:r>
              <a:t>All-inclusive bills + contents insurance (one fixed price)</a:t>
            </a:r>
          </a:p>
          <a:p>
            <a:r>
              <a:t>Accredited Quieter Living (alcohol-free + designated quiet areas)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catering (MealPass)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Fresh meals with dietary options; sustainable ingredients (free-range eggs, Red Tractor meat, responsibly farmed fish)</a:t>
            </a:r>
          </a:p>
          <a:p>
            <a:r>
              <a:t>12 meals/week: 5 breakfasts + 5 dinners (Mon–Fri) + 2 weekend meals (brunch or dinner)</a:t>
            </a:r>
          </a:p>
          <a:p>
            <a:r>
              <a:t>Flexible dining across halls</a:t>
            </a:r>
          </a:p>
          <a:p>
            <a:r>
              <a:t>Weekly £25 spending allowance at campus retail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Living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Included sports &amp; fitness membership benefits</a:t>
            </a:r>
          </a:p>
          <a:p>
            <a:r>
              <a:t>Facilities: gym, courts, 4G pitches, 25m pool, sauna, and classes</a:t>
            </a:r>
          </a:p>
          <a:p>
            <a:r>
              <a:t>Exclusive hall social events and fitness classes</a:t>
            </a:r>
          </a:p>
          <a:p>
            <a:r>
              <a:t>*Only available at campus halls and Dagfa (all students can buy sports membership)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Residential Experience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7 days/week for communal living, wellbeing advice, and guidance</a:t>
            </a:r>
          </a:p>
          <a:p>
            <a:r>
              <a:t>Community initiatives: sustainability, food insecurity, cultural events</a:t>
            </a:r>
          </a:p>
          <a:p>
            <a:r>
              <a:t>Inclusivity support (including disabilities that may not be visible)</a:t>
            </a:r>
          </a:p>
          <a:p>
            <a:r>
              <a:t>Individual needs support email: BR-AccomIndivNeeds@nottingham.ac.uk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your accommodation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Nottingham your firm choice; wait 48 hours after accepting offer</a:t>
            </a:r>
          </a:p>
          <a:p>
            <a:r>
              <a:t>Register on the accommodation portal</a:t>
            </a:r>
          </a:p>
          <a:p>
            <a:r>
              <a:t>Select minimum of 3 preferences and order them</a:t>
            </a:r>
          </a:p>
          <a:p>
            <a:r>
              <a:t>Choose package additions and checkout</a:t>
            </a:r>
          </a:p>
          <a:p>
            <a:r>
              <a:t>Applications usually open in early April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1B0E92-6E73-4B57-0034-8F637BCC6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59" y="846138"/>
            <a:ext cx="8128641" cy="29449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345</Words>
  <Application>Microsoft Office PowerPoint</Application>
  <PresentationFormat>On-screen Show (4:3)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Student Living Accommodation</vt:lpstr>
      <vt:lpstr>What this booklet covers</vt:lpstr>
      <vt:lpstr>On-campus living</vt:lpstr>
      <vt:lpstr>Benefits of on-campus living</vt:lpstr>
      <vt:lpstr>Outstanding catering (MealPass)</vt:lpstr>
      <vt:lpstr>Active Living package</vt:lpstr>
      <vt:lpstr>Residential Experience Team</vt:lpstr>
      <vt:lpstr>Booking your accommodation (high level)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Christina Lee</cp:lastModifiedBy>
  <cp:revision>3</cp:revision>
  <dcterms:created xsi:type="dcterms:W3CDTF">2013-01-27T09:14:16Z</dcterms:created>
  <dcterms:modified xsi:type="dcterms:W3CDTF">2026-03-10T16:10:13Z</dcterms:modified>
  <cp:category/>
</cp:coreProperties>
</file>