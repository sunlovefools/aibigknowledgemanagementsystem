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Student Living Accommodation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pack (June 2024 prices)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228600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booklet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On-campus living across three campuses</a:t>
            </a:r>
          </a:p>
          <a:p>
            <a:pPr/>
            <a:r>
              <a:t>Catered vs self-catered options</a:t>
            </a:r>
          </a:p>
          <a:p>
            <a:pPr/>
            <a:r>
              <a:t>Benefits (bills included, security, quieter living, insurance)</a:t>
            </a:r>
          </a:p>
          <a:p>
            <a:pPr/>
            <a:r>
              <a:t>MealPass and Active Living package</a:t>
            </a:r>
          </a:p>
          <a:p>
            <a:pPr/>
            <a:r>
              <a:t>Hall options (on-campus + partner halls) and example prices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On-campus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University Park: 10 halls + shared townhouses; en-suites available; catered &amp; self-catered</a:t>
            </a:r>
          </a:p>
          <a:p>
            <a:pPr/>
            <a:r>
              <a:t>Jubilee Campus: modern en-suites; community kitchens; Atrium food court</a:t>
            </a:r>
          </a:p>
          <a:p>
            <a:pPr/>
            <a:r>
              <a:t>Sutton Bonington: rural campus near Loughborough; Bonington Student Village + Eviton House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on-campus living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Close to lectures, libraries, SU retail, and sports centres</a:t>
            </a:r>
          </a:p>
          <a:p>
            <a:pPr/>
            <a:r>
              <a:t>Free buses between campuses (travel links)</a:t>
            </a:r>
          </a:p>
          <a:p>
            <a:pPr/>
            <a:r>
              <a:t>365-day trained security team</a:t>
            </a:r>
          </a:p>
          <a:p>
            <a:pPr/>
            <a:r>
              <a:t>All-inclusive bills + contents insurance (one fixed price)</a:t>
            </a:r>
          </a:p>
          <a:p>
            <a:pPr/>
            <a:r>
              <a:t>Accredited Quieter Living (alcohol-free + designated quiet areas)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Outstanding catering (MealPass)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Fresh meals with dietary options; sustainable ingredients (free-range eggs, Red Tractor meat, responsibly farmed fish)</a:t>
            </a:r>
          </a:p>
          <a:p>
            <a:pPr/>
            <a:r>
              <a:t>12 meals/week: 5 breakfasts + 5 dinners (Mon–Fri) + 2 weekend meals (brunch or dinner)</a:t>
            </a:r>
          </a:p>
          <a:p>
            <a:pPr/>
            <a:r>
              <a:t>Flexible dining across halls</a:t>
            </a:r>
          </a:p>
          <a:p>
            <a:pPr/>
            <a:r>
              <a:t>Weekly £25 spending allowance at campus retail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Living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Included sports &amp; fitness membership benefits</a:t>
            </a:r>
          </a:p>
          <a:p>
            <a:pPr/>
            <a:r>
              <a:t>Facilities: gym, courts, 4G pitches, 25m pool, sauna, and classes</a:t>
            </a:r>
          </a:p>
          <a:p>
            <a:pPr/>
            <a:r>
              <a:t>Exclusive hall social events and fitness classes</a:t>
            </a:r>
          </a:p>
          <a:p>
            <a:pPr/>
            <a:r>
              <a:t>*Only available at campus halls and Dagfa (all students can buy sports membership)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Residential Experience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 7 days/week for communal living, wellbeing advice, and guidance</a:t>
            </a:r>
          </a:p>
          <a:p>
            <a:pPr/>
            <a:r>
              <a:t>Community initiatives: sustainability, food insecurity, cultural events</a:t>
            </a:r>
          </a:p>
          <a:p>
            <a:pPr/>
            <a:r>
              <a:t>Inclusivity support (including disabilities that may not be visible)</a:t>
            </a:r>
          </a:p>
          <a:p>
            <a:pPr/>
            <a:r>
              <a:t>Individual needs support email: BR-AccomIndivNeeds@nottingham.ac.uk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your accommodation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Make Nottingham your firm choice; wait 48 hours after accepting offer</a:t>
            </a:r>
          </a:p>
          <a:p>
            <a:pPr/>
            <a:r>
              <a:t>Register on the accommodation portal</a:t>
            </a:r>
          </a:p>
          <a:p>
            <a:pPr/>
            <a:r>
              <a:t>Select minimum of 3 preferences and order them</a:t>
            </a:r>
          </a:p>
          <a:p>
            <a:pPr/>
            <a:r>
              <a:t>Choose package additions and checkout</a:t>
            </a:r>
          </a:p>
          <a:p>
            <a:pPr/>
            <a:r>
              <a:t>Applications usually open in early April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Halls at a glance (examples)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Ancaster Hall — 39 weeks | Catered | From £234</a:t>
            </a:r>
          </a:p>
          <a:p>
            <a:pPr/>
            <a:r>
              <a:t>Cavendish Hall — 39 weeks | Catered | From £277</a:t>
            </a:r>
          </a:p>
          <a:p>
            <a:pPr/>
            <a:r>
              <a:t>Cripps Hall — 39 weeks | Catered | From £227; 44/51 weeks | Self-catered | From £137</a:t>
            </a:r>
          </a:p>
          <a:p>
            <a:pPr/>
            <a:r>
              <a:t>Southwell Hall — 39 weeks | Self-catered | From £132</a:t>
            </a:r>
          </a:p>
          <a:p>
            <a:pPr/>
            <a:r>
              <a:t>Newark Hall — 39 weeks | Catered/Self-catered | From £134</a:t>
            </a:r>
          </a:p>
          <a:p>
            <a:pPr/>
            <a:r>
              <a:t>Raleigh Park (partner hall) — 44 weeks | Self-catered | From £125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